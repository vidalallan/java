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721CA-888A-4A9B-BAB2-9F47DF101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9BE93F-221C-4FD7-AC40-2548A8A99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DFD9C3-C5F4-4AC7-9C95-5F8EE03EA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788D92-FC7A-4376-9C30-3991D4B4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B4A401-F946-4B76-A2BE-316D3B1E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75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6071C-7B2F-4029-AB37-E01F1F1A9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A8D650-C95C-482B-BD54-DD89116D6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750A00-71D6-42CC-9645-2C991175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90AC08-B21F-43AD-8835-3336E536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E5F353-6DF9-4404-9109-EA92C564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14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E211A-C69D-4FBB-A751-D5FF7C64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83B8B3-75E5-4187-BD52-F68B19D20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FEC3B4-B0A2-4449-A53E-3F430B5C0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C4AD1B-57FA-4F32-A9CF-0DE899A0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CE3B7A-DF3C-41BC-A549-A9C33D03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90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77509-D152-4538-98BB-82EF7CE81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A6A9AB-EA6A-4344-B8A5-2D5EB381F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0056EA-9608-4A21-84E6-32AFFA977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68DC6F-A7A1-4AC9-9209-B43AD6D3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AAAC20-E7DC-402E-BF6B-563D0B633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EA1446-76FF-4C2A-93B3-8EAB071A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46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28755-327D-4063-A8B3-1A008D1E5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A637CD-D945-4F17-8632-697191F2D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2B4E6B-2AA2-472F-ACBF-981E8C06B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64B1959-9116-417B-920C-78E33E0A0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FA010B-FE72-47F2-AEFA-71731A45C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38AB7C-50FC-4BDC-A6CD-90098B1A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4DE3612-AA23-437A-BADB-9D99385C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A39A67-9BEB-4A7E-8807-256ED9FA1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2426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24E95-706E-42B1-B79F-47DA2C481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743D7D-0CDB-4AC0-BB5B-32E578E7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A9FB96E-697B-4089-9A30-C4D445E6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A7ED00F-D8C3-4A38-95B9-EC5F5A34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455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C0A094D-4895-40A0-89B2-6E0C7987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60B0E67-51CC-4311-B40A-E68B09545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028D1D-A7B9-4844-91F8-D12E7660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0503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22373-C332-4D7B-AB76-FECFC9623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130A4E-4B94-4F15-A6CF-92A5EAB42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402013-EC86-4A0D-AA1D-F53559094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99A25B-C5CB-427B-8B5D-42D8B480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3E0BC1-E458-4108-AC71-410585BD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02BBAA-18F2-4D32-B92C-7CAEEB4A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9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A0BC5-CB19-40CE-B911-94EFDF70B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B2DFA3-51C8-4EDF-80B7-DC2DEDB46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129B92-6B63-48D4-B894-B355A2404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A8D670-875E-4807-A6B5-5254A006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BCEA2B-1BB3-4E18-9D6E-7371C902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96DF51-1E1B-4E0D-BAD8-4DA709D9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80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7538F-A7F5-41FB-A6D2-8C74408B1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55A064-FF2D-45A8-AA75-33E0BC5C7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421C19-3220-4D64-ACFE-B54FC0E5B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DDCE22-DB67-4846-8D84-CB8BE0491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CDAD8D-4EBD-4B7B-B533-02CDE638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576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FBCBF9-458A-47E5-9F73-0AAD6A01BC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D891A2-2496-4525-8532-D883B4393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BEAA8-6B67-4A4B-9450-FE5E42EC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454A44-4F19-45C3-BA56-C7746083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CD8563-C25B-4159-A004-592A6DCF6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90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15F112A-0656-4BEC-9A06-7F557B3DC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E35FEC-1BD3-4F85-A416-7E7DF7A7B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D73463-2930-4394-A9A3-195BA2C7A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B6FE6-D56B-4C18-B3E9-B1B0FF0A1095}" type="datetimeFigureOut">
              <a:rPr lang="pt-BR" smtClean="0"/>
              <a:t>31/03/2020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13619B-F0D7-4ECD-AB11-7ABBBB2B6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17AD14-F388-40BD-BFF3-4F2E8FD93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82B45-DB31-405F-8FA3-D45E779665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8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C8F5B-95F1-40BA-837F-A4803DC55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String</a:t>
            </a:r>
            <a:r>
              <a:rPr lang="pt-BR" dirty="0"/>
              <a:t> no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1BBC7F-3C55-4ED9-BD29-514E8C6AC3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No Java </a:t>
            </a:r>
            <a:r>
              <a:rPr lang="pt-BR" dirty="0" err="1"/>
              <a:t>String</a:t>
            </a:r>
            <a:r>
              <a:rPr lang="pt-BR" dirty="0"/>
              <a:t> é uma classe</a:t>
            </a:r>
          </a:p>
        </p:txBody>
      </p:sp>
    </p:spTree>
    <p:extLst>
      <p:ext uri="{BB962C8B-B14F-4D97-AF65-F5344CB8AC3E}">
        <p14:creationId xmlns:p14="http://schemas.microsoft.com/office/powerpoint/2010/main" val="372920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79611-5511-4B27-830A-18B762DF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==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75BCBB-B983-4E2C-BE7C-C3603E3F2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31825"/>
          </a:xfrm>
        </p:spPr>
        <p:txBody>
          <a:bodyPr/>
          <a:lstStyle/>
          <a:p>
            <a:r>
              <a:rPr lang="pt-BR" dirty="0"/>
              <a:t>Se aplica na comparação de objetos na memória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91823F-99DC-4437-AD0B-E6C7DCF0D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5" y="2957512"/>
            <a:ext cx="48768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45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4FE1A-EDE0-4BCF-B8D8-EAB08203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Comparação de </a:t>
            </a:r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7DCBA2-5201-4E96-81BF-3BDEA3211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5895"/>
          </a:xfrm>
        </p:spPr>
        <p:txBody>
          <a:bodyPr/>
          <a:lstStyle/>
          <a:p>
            <a:r>
              <a:rPr lang="pt-BR" dirty="0"/>
              <a:t>Métodos </a:t>
            </a:r>
            <a:r>
              <a:rPr lang="pt-BR" dirty="0" err="1"/>
              <a:t>equals</a:t>
            </a:r>
            <a:r>
              <a:rPr lang="pt-BR" dirty="0"/>
              <a:t> e </a:t>
            </a:r>
            <a:r>
              <a:rPr lang="pt-BR" dirty="0" err="1"/>
              <a:t>equalsIgnoreCase</a:t>
            </a:r>
            <a:r>
              <a:rPr lang="pt-BR" dirty="0"/>
              <a:t> (compara o conteúdo dos objetos)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C21586-5711-44A1-B92B-5E7F674F6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237" y="3769677"/>
            <a:ext cx="53435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50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E44F2-14D5-4DFA-84BB-4BE71A7A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String</a:t>
            </a:r>
            <a:r>
              <a:rPr lang="pt-BR" dirty="0"/>
              <a:t> com caracteres em maiúsculo e minúsculo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E51D85-9515-47BD-8D83-2A0F011EB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0455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5CD5078-B2C1-4270-9458-300CB9344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2" y="3903981"/>
            <a:ext cx="433387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48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C4598D-800D-4461-8EB6-46530C9A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Concatenação de </a:t>
            </a:r>
            <a:r>
              <a:rPr lang="pt-BR" dirty="0" err="1"/>
              <a:t>Strings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D81826-A423-4CB5-A8AB-E597695ED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pt-BR" dirty="0"/>
              <a:t>Para juntar o conteúdo de duas </a:t>
            </a:r>
            <a:r>
              <a:rPr lang="pt-BR" dirty="0" err="1"/>
              <a:t>Strings</a:t>
            </a:r>
            <a:r>
              <a:rPr lang="pt-BR" dirty="0"/>
              <a:t>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880CDF-47AF-4167-A7B6-6B50BD1F0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612" y="3096895"/>
            <a:ext cx="46767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53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37347-B6D3-452C-824D-B0C1FC03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de uma </a:t>
            </a:r>
            <a:r>
              <a:rPr lang="pt-BR" dirty="0" err="1"/>
              <a:t>String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9AA2A2-2351-4C17-BACC-42C266FDD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87095"/>
          </a:xfrm>
        </p:spPr>
        <p:txBody>
          <a:bodyPr/>
          <a:lstStyle/>
          <a:p>
            <a:r>
              <a:rPr lang="pt-BR" dirty="0"/>
              <a:t>Total de caracteres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02C2638-6F91-4804-B9C2-9EE04B792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2838450"/>
            <a:ext cx="65151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980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D34DF-889E-4028-BBC3-D6A479E35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Substituir caracteres de uma </a:t>
            </a:r>
            <a:r>
              <a:rPr lang="pt-BR" dirty="0" err="1"/>
              <a:t>String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7CA7AC-2CC5-4D82-B0E0-B777B4112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4675"/>
          </a:xfrm>
        </p:spPr>
        <p:txBody>
          <a:bodyPr/>
          <a:lstStyle/>
          <a:p>
            <a:r>
              <a:rPr lang="pt-BR" dirty="0" err="1"/>
              <a:t>replace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C0B59BA-969A-4E27-A0D2-60757EA05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3451225"/>
            <a:ext cx="5715000" cy="1104900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FAB3F6B4-E6B9-4DDE-B042-E2BE3D5089AE}"/>
              </a:ext>
            </a:extLst>
          </p:cNvPr>
          <p:cNvSpPr txBox="1">
            <a:spLocks/>
          </p:cNvSpPr>
          <p:nvPr/>
        </p:nvSpPr>
        <p:spPr>
          <a:xfrm>
            <a:off x="838200" y="5721350"/>
            <a:ext cx="10515600" cy="574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Sugestão de exercício: 3038 Carta de Natal Criptografada - URI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9351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6F4DE-3D8A-4FB8-97FC-85783E07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Obter 1º caractere de uma </a:t>
            </a:r>
            <a:r>
              <a:rPr lang="pt-BR" dirty="0" err="1"/>
              <a:t>String</a:t>
            </a:r>
            <a:r>
              <a:rPr lang="pt-BR" dirty="0"/>
              <a:t> (</a:t>
            </a:r>
            <a:r>
              <a:rPr lang="pt-BR" dirty="0" err="1"/>
              <a:t>charAt</a:t>
            </a:r>
            <a:r>
              <a:rPr lang="pt-BR" dirty="0"/>
              <a:t>())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3235D0-95E8-473D-B3FC-E30DDBA4B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0450"/>
          </a:xfrm>
        </p:spPr>
        <p:txBody>
          <a:bodyPr/>
          <a:lstStyle/>
          <a:p>
            <a:r>
              <a:rPr lang="pt-BR" dirty="0"/>
              <a:t>O método </a:t>
            </a:r>
            <a:r>
              <a:rPr lang="pt-BR" dirty="0" err="1"/>
              <a:t>charAt</a:t>
            </a:r>
            <a:r>
              <a:rPr lang="pt-BR" dirty="0"/>
              <a:t>() retorna apenas um caractere de uma determinada posição da </a:t>
            </a:r>
            <a:r>
              <a:rPr lang="pt-BR" dirty="0" err="1"/>
              <a:t>String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9568452-3F01-42A7-92C8-8E49CEFC4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012" y="4238625"/>
            <a:ext cx="437197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70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98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String no Java</vt:lpstr>
      <vt:lpstr>Operador ==</vt:lpstr>
      <vt:lpstr>Comparação de Strings</vt:lpstr>
      <vt:lpstr>String com caracteres em maiúsculo e minúsculo</vt:lpstr>
      <vt:lpstr>Concatenação de Strings</vt:lpstr>
      <vt:lpstr>Tamanho de uma String</vt:lpstr>
      <vt:lpstr>Substituir caracteres de uma String</vt:lpstr>
      <vt:lpstr>Obter 1º caractere de uma String (charAt())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 no Java</dc:title>
  <dc:creator>Allan</dc:creator>
  <cp:lastModifiedBy>Allan</cp:lastModifiedBy>
  <cp:revision>14</cp:revision>
  <dcterms:created xsi:type="dcterms:W3CDTF">2020-03-25T13:04:34Z</dcterms:created>
  <dcterms:modified xsi:type="dcterms:W3CDTF">2020-03-31T13:54:09Z</dcterms:modified>
</cp:coreProperties>
</file>